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D75E-6A12-44EA-A9B8-B6859C2D5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66581-CDB0-4307-A164-851C0465F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F80A5-1335-427E-B159-6E5AAC92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85654-7AF4-49B7-B697-FDA4E1993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3218-E458-4B0B-94A8-9B67210D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3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C130-AD23-4160-818E-485EF0E3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D2A7A-A62A-46B7-997F-F0C844FBA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4DC0C-252E-43E1-9830-E3F11427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D2136-37F0-4A77-81EF-AC1F52637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36CD7-E267-43A1-8606-C533DFC6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0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ED8F-EAE0-4D55-B1C8-4C0ED98D0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AB86A-D7E9-4602-9E47-A0BF4B9B5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734EA-64F6-46C4-80D7-13EBFBE1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5E929-9BE9-4F6E-8992-409F648C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1795-4765-421C-9E8F-80C0EE023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23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DEF05-77F5-4B3A-BBD9-6621C678D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CC8C1-1043-4D64-B1F6-21A7E407F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FC534-71C3-4DAB-A19C-B3F68B3CC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DF060-481B-4EA9-A379-7AB4E273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3B9BF-1212-4D98-AE38-EFD0B2A7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D62CA-37B3-4088-857D-AD15EAF16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4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C58D-0683-422E-8E3A-986EBE044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A6DC6-9EFE-4B33-A1D1-4E4B585B3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ABC2C-EA30-4058-B9B5-473BFD7F5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624E1-5A50-41D7-9C10-3C4E9A5E1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CCF1C-8E87-4EF1-B270-58E0CBBF3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DC099D-34B4-4FA1-A519-CCBDBEF6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F1021B-EE9D-4F10-A2C0-4859BBF7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42BA-3CE9-46D7-A426-B3963731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8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F7710-E2D5-4390-B98D-53BBC371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8A87C-DAD2-4A47-ACF9-68942887D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1979D-290F-4183-A7A0-5BAA52A8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651BF-024D-4BE5-9EA0-A20CAC052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5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05C6A-19EC-476C-878A-76346692C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2693A-3945-4C7D-8217-2EECD34B7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3D2CE-CC18-4D75-8116-C9C45E02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5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BBE8-A061-438B-A918-FFC5401BE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1BF9-523E-4877-9D1F-FC8406918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EE35F-0E76-453C-972A-495BE3C6F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7E59E-EDDB-4E87-8FB3-1F4E71E6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982E4-B437-4C6A-ACF1-5437B7022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CEA60-9999-43D0-92D4-1FDD4419A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19B98-4E55-47DE-AE43-2BAE333CE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344349-457A-4EAA-B5F8-254304247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62026-E412-46D9-8854-173E2867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F4133-19B1-4C79-A034-601517B53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2AF57-7E16-481A-985A-B8386CDC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C5F70-9B8E-4BFD-8FCC-90BE4A77A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3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5EA3-7E08-4A93-85D5-0C50C08B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28CEF-4FB2-46A9-862F-225F65457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A9BA2-7DB7-414B-96B5-77E25228E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55606-CEB2-4B77-B442-8B70FBE6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BD259-BB3E-48AC-9E95-1951BCB7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58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580BBB-E6BA-4A80-981A-F57BF299B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5CF60-4F05-4670-B35C-762239179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2B8AD-895C-4CB8-AA61-D00DA83F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F5EF8-AE9C-4021-B2BA-C45365B8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FB641-A28F-408E-9E82-59445D052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4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8BDC2-789B-49CE-B17D-1B2192FC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F552C-9F7A-4486-BBCC-6BABB90D7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6D760-2F50-4AA6-BEBE-3A2EE7FD3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6D809-D958-4645-B0CA-C31570A0D2EB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EDAF5-3101-4D73-89CE-5B695BB6F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DA3B4-F073-4F9E-8D6C-D20D68212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E7DF6-AD97-46CC-B02B-9D8494D10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D7D0-B150-4266-8602-03DAE06E8D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78B0F-7A91-419D-8F8B-4613A1B767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B9EC77-FE78-4A70-AB9A-083461C3F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14" y="933797"/>
            <a:ext cx="9799372" cy="442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08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9927C-9A9D-44DB-B9C5-5B3CD713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52CA2-8444-4D99-B1D4-8C7EBD5DD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CBC22-3C96-4E4A-8CCE-46D376FF7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289" y="1507548"/>
            <a:ext cx="70199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53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3BCE5-8FEE-403C-947F-9DEDC0CED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C960C42-B18B-4447-BD0D-8095449634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9344168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601954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20177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Frequency (kHz)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 Voltage (V)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073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13.00-13.20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31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13.32-13.50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20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13.59-13.86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67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13.92-14.12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60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14.24-14.48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67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14.52-14.73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55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14.80-15.04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273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15.10-15.25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118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15.32-15.52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23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419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27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Dittman</dc:creator>
  <cp:lastModifiedBy>Michael Dittman</cp:lastModifiedBy>
  <cp:revision>3</cp:revision>
  <dcterms:created xsi:type="dcterms:W3CDTF">2022-02-14T18:44:20Z</dcterms:created>
  <dcterms:modified xsi:type="dcterms:W3CDTF">2022-02-15T23:30:14Z</dcterms:modified>
</cp:coreProperties>
</file>